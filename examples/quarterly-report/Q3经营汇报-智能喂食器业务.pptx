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季度营收（万元）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C0D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目标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3150</c:v>
                </c:pt>
                <c:pt idx="1">
                  <c:v>3520</c:v>
                </c:pt>
                <c:pt idx="2">
                  <c:v>4280</c:v>
                </c:pt>
                <c:pt idx="3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单台成本结构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0C"/>
              </a:solidFill>
              <a:ln w="19050" cap="flat">
                <a:solidFill>
                  <a:srgbClr val="F6F8F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2540A"/>
              </a:solidFill>
              <a:ln w="19050" cap="flat">
                <a:solidFill>
                  <a:srgbClr val="F6F8F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F3A5F"/>
              </a:solidFill>
              <a:ln w="19050" cap="flat">
                <a:solidFill>
                  <a:srgbClr val="F6F8FB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8C0DC"/>
              </a:solidFill>
              <a:ln w="19050" cap="flat">
                <a:solidFill>
                  <a:srgbClr val="F6F8F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物流 34%</c:v>
                </c:pt>
                <c:pt idx="1">
                  <c:v>包材 22%</c:v>
                </c:pt>
                <c:pt idx="2">
                  <c:v>制造 31%</c:v>
                </c:pt>
                <c:pt idx="3">
                  <c:v>其他 13%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22</c:v>
                </c:pt>
                <c:pt idx="2">
                  <c:v>31</c:v>
                </c:pt>
                <c:pt idx="3">
                  <c:v>13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4748B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周度良率（%）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93.8</c:v>
                </c:pt>
                <c:pt idx="1">
                  <c:v>94.6</c:v>
                </c:pt>
                <c:pt idx="2">
                  <c:v>95.5</c:v>
                </c:pt>
                <c:pt idx="3">
                  <c:v>96.3</c:v>
                </c:pt>
                <c:pt idx="4">
                  <c:v>96.9</c:v>
                </c:pt>
                <c:pt idx="5">
                  <c:v>97.2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9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秒：先说结论——增长达标、成本超支、Q4 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三条结论对应三个章节：p4 营收、p5 成本、p8 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时间线从左到右讲，每件事一句话，重点停在 F2 上量。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先报大数字，再读图：Q3 4,280 万超目标；Q4E 为目标值非预测。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环形图讲结构：物流+包材合计 56%；右侧回答增量从哪来。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两个数字先说：97.2% 和 5.2 天；折线说明 9 月已稳定。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逐行读：问题→影响→归因；p8 的四项措施与前三行一一对应。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四张卡片各 20 秒：动作+目标；负责人当场确认，不另开会。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 5,100 万的构成：存量自然增长 + 两渠道 + 双十一；里程碑看下半页时间线。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备货是重点：8 万台对应日均 6,000+ 单峰值；履约和客服排班同步跟上。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收尾：重复一遍三条结论，留 10 分钟问答。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852160" cy="5852160"/>
          </a:xfrm>
          <a:prstGeom prst="ellipse">
            <a:avLst/>
          </a:prstGeom>
          <a:solidFill>
            <a:srgbClr val="16283C">
              <a:alpha val="0"/>
            </a:srgbClr>
          </a:solidFill>
          <a:ln w="12700">
            <a:solidFill>
              <a:srgbClr val="2E4A6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509760" y="4480560"/>
            <a:ext cx="3291840" cy="3291840"/>
          </a:xfrm>
          <a:prstGeom prst="ellipse">
            <a:avLst/>
          </a:prstGeom>
          <a:solidFill>
            <a:srgbClr val="16283C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FEEDMEOW · 智能喂食器业务</a:t>
            </a:r>
            <a:endParaRPr lang="en-US" sz="1300" dirty="0"/>
          </a:p>
        </p:txBody>
      </p:sp>
      <p:pic>
        <p:nvPicPr>
          <p:cNvPr id="5" name="Image 0" descr="assets/glow.png">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-1005840" y="1371600"/>
            <a:ext cx="777240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经营汇报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营收增长 · 成本归因 · Q4 行动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5897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汇报人：经营分析组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 · 数据为示例，仅供演示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7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20"/>
                                        <p:tgtEl>
                                          <p:spTgt spid="6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1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本期结论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先说结论，细节见后文对应章节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16002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 4,280 万，同比增长 23%，超季度目标 5pct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28800" y="2167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新品上量与渠道扩张双驱动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898648"/>
            <a:ext cx="11274552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32186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828800" y="3172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单台履约成本上升 9%，增量 78% 来自物流与包材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828800" y="373989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外部涨价 + 包材损耗率偏高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471416"/>
            <a:ext cx="11274552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57200" y="479145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1828800" y="474573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主抓两件事：降本 1,500 万、扩张两条渠道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2880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详见 p8 改进措施与 p9 目标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20"/>
                                        <p:tgtEl>
                                          <p:spTgt spid="5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9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58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27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20"/>
                                        <p:tgtEl>
                                          <p:spTgt spid="9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16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85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4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20"/>
                                        <p:tgtEl>
                                          <p:spTgt spid="13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43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12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关键进展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四件大事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60704" y="273405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058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新品上量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首月出货 3.2 万台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3904" y="273405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7490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进驻头部渠道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490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京东自营 + 天猫旗舰店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47104" y="2734056"/>
            <a:ext cx="201168" cy="201168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922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复购率 38%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+6pct，订阅制贡献过半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290304" y="2734056"/>
            <a:ext cx="201168" cy="201168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235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月末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海外试点启动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23544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东南亚两国小批量试销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2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1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6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  <p:bldP spid="8" grpId="0"/>
      <p:bldP spid="12" grpId="0"/>
      <p:bldP spid="16" grpId="0"/>
      <p:bldP spid="20" grpId="0"/>
      <p:bldP spid="9" grpId="0"/>
      <p:bldP spid="13" grpId="0"/>
      <p:bldP spid="17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营收表现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增长来自量价齐升，F2 贡献 42% 出货</a:t>
            </a:r>
            <a:endParaRPr lang="en-US" sz="1400" dirty="0"/>
          </a:p>
        </p:txBody>
      </p:sp>
      <p:sp>
        <p:nvSpPr>
          <p:cNvPr id="5" name="kpi-growth"/>
          <p:cNvSpPr/>
          <p:nvPr/>
        </p:nvSpPr>
        <p:spPr>
          <a:xfrm>
            <a:off x="457200" y="1554480"/>
            <a:ext cx="3108960" cy="117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23%</a:t>
            </a:r>
            <a:endParaRPr lang="en-US" sz="6400" dirty="0"/>
          </a:p>
        </p:txBody>
      </p:sp>
      <p:sp>
        <p:nvSpPr>
          <p:cNvPr id="6" name="growth-label"/>
          <p:cNvSpPr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同比增长 · 超季度目标 5pct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营收 4,280 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环比 +21.6%</a:t>
            </a:r>
            <a:endParaRPr lang="en-US" sz="1800" dirty="0"/>
          </a:p>
        </p:txBody>
      </p:sp>
      <p:graphicFrame>
        <p:nvGraphicFramePr>
          <p:cNvPr id="8" name="chart-revenue" descr=""/>
          <p:cNvGraphicFramePr/>
          <p:nvPr/>
        </p:nvGraphicFramePr>
        <p:xfrm>
          <a:off x="4206240" y="155448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  <p:from x="30000" y="3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600" autoRev="1" repeatCount="1x"/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5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2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单台履约成本 213 元，同比 +9%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5087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214884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物流与包材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1488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占成本 56%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92240" y="1645920"/>
            <a:ext cx="29260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78%</a:t>
            </a:r>
            <a:endParaRPr lang="en-US" sz="5600" dirty="0"/>
          </a:p>
        </p:txBody>
      </p:sp>
      <p:sp>
        <p:nvSpPr>
          <p:cNvPr id="9" name="Text 5"/>
          <p:cNvSpPr/>
          <p:nvPr/>
        </p:nvSpPr>
        <p:spPr>
          <a:xfrm>
            <a:off x="64922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成本增量中物流与包材的占比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92240" y="3429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物流费上涨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快运单价 Q3 环比 +12%，大件抛比吃亏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92240" y="4572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包材损耗率高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包装兼容旧模具，破损率 3.1%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20"/>
                                        <p:tgtEl>
                                          <p:spTgt spid="8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6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2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1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9" grpId="0"/>
      <p:bldP spid="7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产能与交付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良率爬坡符合预期，交付周期回到常态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97.2%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良率（9 月末）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84048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4.8 天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4690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平均交付周期（较 Q2 -1.2 天）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5544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754880" y="6053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良率爬坡 · 周度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20"/>
                                        <p:tgtEl>
                                          <p:spTgt spid="5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4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20"/>
                                        <p:tgtEl>
                                          <p:spTgt spid="7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1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问题与归因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三大问题，都有明确的动作指向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0624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1463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快运物流费上涨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0624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履约成本 +34 元/台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大件网络议价能力弱，单一供应商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11274552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包材损耗率 3.1%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0624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报废 + 售后双损失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沿用旧模具，缓冲结构不匹配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57200" y="4800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渠道返利挤压毛利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20624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头部渠道毛利率 -4pct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4800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返利阶梯设置滞后于规模增长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9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5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6" grpId="0"/>
      <p:bldP spid="7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改进措施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四项降本行动，目标合计 -1,500 万/年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7724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物流招标重谈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引入两家快运比价，目标 -18%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供应链部 · 11 月中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包材 V2 减重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75120" y="2377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新模具 + 减重 15%，损耗 ≤1.5%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751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包装组 · 12 月上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724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自建华东仓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7724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区域仓发替代跨省直发，运费 -22%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7724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履约组 · Q4 末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406908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67512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返利政策调整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6751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阶梯与规模挂钩，毛利 +2pct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7512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销售运营 · 11 月下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3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46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29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92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75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38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21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84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67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813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7" grpId="0"/>
      <p:bldP spid="11" grpId="0"/>
      <p:bldP spid="8" grpId="0"/>
      <p:bldP spid="12" grpId="0"/>
      <p:bldP spid="14" grpId="0"/>
      <p:bldP spid="18" grpId="0"/>
      <p:bldP spid="15" grpId="0"/>
      <p:bldP spid="19" grpId="0"/>
      <p:bldP spid="16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计划与目标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一个营收目标，两条增长线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5,100 万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 营收目标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70832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条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370832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新增头部渠道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84464" y="1554480"/>
            <a:ext cx="36576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-1,500 万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84464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年化降本目标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88720" y="3977640"/>
            <a:ext cx="9784080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143000" y="3886200"/>
            <a:ext cx="182880" cy="1828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440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物流新约生效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93592" y="3886200"/>
            <a:ext cx="182880" cy="1828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36499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月中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64992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 A 上线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44184" y="3886200"/>
            <a:ext cx="182880" cy="18288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815584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15584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华东仓投产; 双十一复盘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94776" y="3886200"/>
            <a:ext cx="182880" cy="182880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266176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月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66176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年度目标锁定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20"/>
                                        <p:tgtEl>
                                          <p:spTgt spid="5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20"/>
                                        <p:tgtEl>
                                          <p:spTgt spid="7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20"/>
                                        <p:tgtEl>
                                          <p:spTgt spid="9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9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7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2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31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6" grpId="0"/>
      <p:bldP spid="8" grpId="0"/>
      <p:bldP spid="10" grpId="0"/>
      <p:bldP spid="13" grpId="0"/>
      <p:bldP spid="16" grpId="0"/>
      <p:bldP spid="19" grpId="0"/>
      <p:bldP spid="22" grpId="0"/>
      <p:bldP spid="14" grpId="0"/>
      <p:bldP spid="17" grpId="0"/>
      <p:bldP spid="20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双十一备战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11.11 大促倒计时 3 周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420624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万台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F2 备货目标（含 15% 安全库存）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2064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240" y="1737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产线 11 月初拉满，11.1 前入库 6.5 万台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20640" y="2697480"/>
            <a:ext cx="6611112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12064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两渠道大促资源位与坑位费已确认，主推 F2 套装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120640" y="4023360"/>
            <a:ext cx="6611112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120640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4389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华东仓 11.1 投产赶上大促，临时人力 +40%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示例数据，仅供演示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20"/>
                                        <p:tgtEl>
                                          <p:spTgt spid="5"/>
                                        </p:tgtEl>
                                      </p:cBhvr>
                                      <p:from x="55000" y="5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8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4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3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9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6" grpId="0"/>
      <p:bldP spid="10" grpId="0"/>
      <p:bldP spid="1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474720"/>
            <a:ext cx="5669280" cy="5669280"/>
          </a:xfrm>
          <a:prstGeom prst="ellipse">
            <a:avLst/>
          </a:prstGeom>
          <a:solidFill>
            <a:srgbClr val="16283C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明细数据见经营看板 · 示例数据仅供演示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经营汇报 — 智能喂食器业务</dc:title>
  <dc:subject>PptxGenJS Presentation</dc:subject>
  <dc:creator>Office-Agent</dc:creator>
  <cp:lastModifiedBy>Office-Agent</cp:lastModifiedBy>
  <cp:revision>1</cp:revision>
  <dcterms:created xsi:type="dcterms:W3CDTF">2026-10-25T15:26:23Z</dcterms:created>
  <dcterms:modified xsi:type="dcterms:W3CDTF">2026-10-25T15:26:23Z</dcterms:modified>
</cp:coreProperties>
</file>