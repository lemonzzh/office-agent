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开场不说话，先放 30 秒品牌视频「夜晚的房间」。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停顿三秒再翻页，让这句话落地。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三重感知是产品主结构，每行 15 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报价后停顿，不解释，等反应。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57032" y="914400"/>
            <a:ext cx="2011680" cy="2011680"/>
          </a:xfrm>
          <a:prstGeom prst="ellipse">
            <a:avLst/>
          </a:prstGeom>
          <a:solidFill>
            <a:srgbClr val="141210">
              <a:alpha val="0"/>
            </a:srgbClr>
          </a:solidFill>
          <a:ln w="15875">
            <a:solidFill>
              <a:srgbClr val="D8C7A8">
                <a:alpha val="60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" name="Image 0" descr="assets/glow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2985516" y="1097280"/>
            <a:ext cx="6217920" cy="6217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2286000"/>
            <a:ext cx="121889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spc="800" kern="0" dirty="0">
                <a:solidFill>
                  <a:srgbClr val="D8C7A8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星尘 ST2</a:t>
            </a:r>
            <a:endParaRPr lang="en-US" sz="9600" dirty="0"/>
          </a:p>
        </p:txBody>
      </p:sp>
      <p:sp>
        <p:nvSpPr>
          <p:cNvPr id="5" name="Text 2"/>
          <p:cNvSpPr/>
          <p:nvPr/>
        </p:nvSpPr>
        <p:spPr>
          <a:xfrm>
            <a:off x="0" y="3886200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spc="1000" kern="0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 能 香 氛 机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0" y="598932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新品发布会 · 2026 年 10 月</a:t>
            </a:r>
            <a:endParaRPr lang="en-US" sz="13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9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736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9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790"/>
                                        <p:tgtEl>
                                          <p:spTgt spid="4"/>
                                        </p:tgtEl>
                                      </p:cBhvr>
                                      <p:from x="55000" y="5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472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208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54396" y="1737360"/>
            <a:ext cx="1280160" cy="1280160"/>
          </a:xfrm>
          <a:prstGeom prst="ellipse">
            <a:avLst/>
          </a:prstGeom>
          <a:solidFill>
            <a:srgbClr val="141210">
              <a:alpha val="0"/>
            </a:srgbClr>
          </a:solidFill>
          <a:ln w="15875">
            <a:solidFill>
              <a:srgbClr val="D8C7A8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97764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pc="600" kern="0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夜晚的房间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0" y="502920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品牌视频 · 30 秒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9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790"/>
                                        <p:tgtEl>
                                          <p:spTgt spid="3"/>
                                        </p:tgtEl>
                                      </p:cBhvr>
                                      <p:from x="55000" y="5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4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834640"/>
            <a:ext cx="12188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spc="400" kern="0" dirty="0">
                <a:solidFill>
                  <a:srgbClr val="D8C7A8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让家，有自己的天气。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9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790"/>
                                        <p:tgtEl>
                                          <p:spTgt spid="2"/>
                                        </p:tgtEl>
                                      </p:cBhvr>
                                      <p:from x="55000" y="5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916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气味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3749040" y="194767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 种香型，随时间与心情流转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2898648"/>
            <a:ext cx="10543032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32004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光线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3749040" y="345643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2700K 暖光，跟随日落渐暗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4407408"/>
            <a:ext cx="10543032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7091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声音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749040" y="496519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28dB 静音，比图书馆更轻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9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790"/>
                                        <p:tgtEl>
                                          <p:spTgt spid="2"/>
                                        </p:tgtEl>
                                      </p:cBhvr>
                                      <p:from x="55000" y="5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4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9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790"/>
                                        <p:tgtEl>
                                          <p:spTgt spid="5"/>
                                        </p:tgtEl>
                                      </p:cBhvr>
                                      <p:from x="55000" y="5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14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88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9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1" dur="790"/>
                                        <p:tgtEl>
                                          <p:spTgt spid="8"/>
                                        </p:tgtEl>
                                      </p:cBhvr>
                                      <p:from x="55000" y="5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8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468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28dB</a:t>
            </a:r>
            <a:endParaRPr lang="en-US" sz="6800" dirty="0"/>
          </a:p>
        </p:txBody>
      </p:sp>
      <p:sp>
        <p:nvSpPr>
          <p:cNvPr id="3" name="Text 1"/>
          <p:cNvSpPr/>
          <p:nvPr/>
        </p:nvSpPr>
        <p:spPr>
          <a:xfrm>
            <a:off x="822960" y="37947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运行噪音 · 比图书馆更安静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434840" y="2468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C96F4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60 天</a:t>
            </a:r>
            <a:endParaRPr lang="en-US" sz="6800" dirty="0"/>
          </a:p>
        </p:txBody>
      </p:sp>
      <p:sp>
        <p:nvSpPr>
          <p:cNvPr id="5" name="Text 3"/>
          <p:cNvSpPr/>
          <p:nvPr/>
        </p:nvSpPr>
        <p:spPr>
          <a:xfrm>
            <a:off x="4434840" y="37947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单次香氛续航 · 一季只加一次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046720" y="2468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 种</a:t>
            </a:r>
            <a:endParaRPr lang="en-US" sz="6800" dirty="0"/>
          </a:p>
        </p:txBody>
      </p:sp>
      <p:sp>
        <p:nvSpPr>
          <p:cNvPr id="7" name="Text 5"/>
          <p:cNvSpPr/>
          <p:nvPr/>
        </p:nvSpPr>
        <p:spPr>
          <a:xfrm>
            <a:off x="8046720" y="37947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香型 · 覆盖 6 大香系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2148840"/>
            <a:ext cx="10543032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9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790"/>
                                        <p:tgtEl>
                                          <p:spTgt spid="2"/>
                                        </p:tgtEl>
                                      </p:cBhvr>
                                      <p:from x="55000" y="5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9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790"/>
                                        <p:tgtEl>
                                          <p:spTgt spid="4"/>
                                        </p:tgtEl>
                                      </p:cBhvr>
                                      <p:from x="55000" y="5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0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9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790"/>
                                        <p:tgtEl>
                                          <p:spTgt spid="6"/>
                                        </p:tgtEl>
                                      </p:cBhvr>
                                      <p:from x="55000" y="5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14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34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4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6" grpId="0"/>
      <p:bldP spid="3" grpId="0"/>
      <p:bldP spid="5" grpId="0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3291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D8C7A8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24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822960" y="41148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种香型，6 大香系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937760" y="1783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雪松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937760" y="2286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木质 / 沉静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937760" y="2807208"/>
            <a:ext cx="2743200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0" y="1783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柑橘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0" y="2286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清新 / 提神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0" y="2807208"/>
            <a:ext cx="2743200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937760" y="31089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墨苔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93776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湿润 / 深睡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937760" y="4133088"/>
            <a:ext cx="2743200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229600" y="31089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花香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2960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柔暖 / 晚餐后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0" y="4133088"/>
            <a:ext cx="2743200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937760" y="4434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茶意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937760" y="49377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回甘 / 阅读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0" y="4434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琥珀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229600" y="49377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包裹 / 冬夜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9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790"/>
                                        <p:tgtEl>
                                          <p:spTgt spid="2"/>
                                        </p:tgtEl>
                                      </p:cBhvr>
                                      <p:from x="55000" y="5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9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98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92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991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685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784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478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77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676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37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469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163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262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7" grpId="0"/>
      <p:bldP spid="5" grpId="0"/>
      <p:bldP spid="8" grpId="0"/>
      <p:bldP spid="10" grpId="0"/>
      <p:bldP spid="13" grpId="0"/>
      <p:bldP spid="3" grpId="0"/>
      <p:bldP spid="11" grpId="0"/>
      <p:bldP spid="14" grpId="0"/>
      <p:bldP spid="16" grpId="0"/>
      <p:bldP spid="18" grpId="0"/>
      <p:bldP spid="17" grpId="0"/>
      <p:bldP spid="1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82996" y="1371600"/>
            <a:ext cx="822960" cy="822960"/>
          </a:xfrm>
          <a:prstGeom prst="ellipse">
            <a:avLst/>
          </a:prstGeom>
          <a:solidFill>
            <a:srgbClr val="141210">
              <a:alpha val="0"/>
            </a:srgbClr>
          </a:solidFill>
          <a:ln w="15875">
            <a:solidFill>
              <a:srgbClr val="C96F4A">
                <a:alpha val="7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25146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pc="800" kern="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首发价</a:t>
            </a:r>
            <a:endParaRPr lang="en-US" sz="2000" dirty="0"/>
          </a:p>
        </p:txBody>
      </p:sp>
      <p:pic>
        <p:nvPicPr>
          <p:cNvPr id="4" name="Image 0" descr="assets/glow.png">    </p:cNvPr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3717036" y="2194560"/>
            <a:ext cx="4754880" cy="47548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880360"/>
            <a:ext cx="121889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C96F4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¥ 799</a:t>
            </a:r>
            <a:endParaRPr lang="en-US" sz="12000" dirty="0"/>
          </a:p>
        </p:txBody>
      </p:sp>
      <p:sp>
        <p:nvSpPr>
          <p:cNvPr id="6" name="Text 3"/>
          <p:cNvSpPr/>
          <p:nvPr/>
        </p:nvSpPr>
        <p:spPr>
          <a:xfrm>
            <a:off x="0" y="512064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strike="sngStrike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日常价 999 元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首发限时 · 天猫直播间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9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94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9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790"/>
                                        <p:tgtEl>
                                          <p:spTgt spid="5"/>
                                        </p:tgtEl>
                                      </p:cBhvr>
                                      <p:from x="55000" y="5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8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651760" y="213055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天猫旗舰店 · 首发直播间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2971800"/>
            <a:ext cx="10543032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33375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时间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651760" y="336499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时间未定 · 以官网公告为准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4206240"/>
            <a:ext cx="10543032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572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651760" y="45994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首发赠 2 支装香芯 · 延保一年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94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14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88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8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1556" y="1645920"/>
            <a:ext cx="1005840" cy="1005840"/>
          </a:xfrm>
          <a:prstGeom prst="ellipse">
            <a:avLst/>
          </a:prstGeom>
          <a:solidFill>
            <a:srgbClr val="141210">
              <a:alpha val="0"/>
            </a:srgbClr>
          </a:solidFill>
          <a:ln w="15875">
            <a:solidFill>
              <a:srgbClr val="D8C7A8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9184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spc="400" kern="0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让家，有自己的天气。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9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790"/>
                                        <p:tgtEl>
                                          <p:spTgt spid="3"/>
                                        </p:tgtEl>
                                      </p:cBhvr>
                                      <p:from x="55000" y="5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88036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spc="1000" kern="0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星尘 STARDUST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0" y="38862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 · 现场体验区在展厅东侧</a:t>
            </a:r>
            <a:endParaRPr lang="en-US" sz="14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74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星尘 ST2 · 新品发布会</dc:title>
  <dc:subject>PptxGenJS Presentation</dc:subject>
  <dc:creator>Office-Agent</dc:creator>
  <cp:lastModifiedBy>Office-Agent</cp:lastModifiedBy>
  <cp:revision>1</cp:revision>
  <dcterms:created xsi:type="dcterms:W3CDTF">2026-10-25T15:26:46Z</dcterms:created>
  <dcterms:modified xsi:type="dcterms:W3CDTF">2026-10-25T15:26:46Z</dcterms:modified>
</cp:coreProperties>
</file>