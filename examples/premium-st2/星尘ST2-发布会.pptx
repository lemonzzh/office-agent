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开场不说话，先放 30 秒品牌视频「夜晚的房间」。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停顿三秒再翻页，让这句话落地。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三重感知是产品主结构，每行 15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报价后停顿，不解释，等反应。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7032" y="914400"/>
            <a:ext cx="2011680" cy="2011680"/>
          </a:xfrm>
          <a:prstGeom prst="ellipse">
            <a:avLst/>
          </a:prstGeom>
          <a:solidFill>
            <a:srgbClr val="141210">
              <a:alpha val="0"/>
            </a:srgbClr>
          </a:solidFill>
          <a:ln w="15875">
            <a:solidFill>
              <a:srgbClr val="D8C7A8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7744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800" kern="0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星尘 ST2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1000" kern="0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 能 香 氛 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新品发布会 · 2026 年 10 月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4396" y="1737360"/>
            <a:ext cx="1280160" cy="1280160"/>
          </a:xfrm>
          <a:prstGeom prst="ellipse">
            <a:avLst/>
          </a:prstGeom>
          <a:solidFill>
            <a:srgbClr val="141210">
              <a:alpha val="0"/>
            </a:srgbClr>
          </a:solidFill>
          <a:ln w="15875">
            <a:solidFill>
              <a:srgbClr val="D8C7A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9776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夜晚的房间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5029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品牌视频 · 30 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346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让家，有自己的天气。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气味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749040" y="19476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种香型，随时间与心情流转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898648"/>
            <a:ext cx="10543032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光线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749040" y="34564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2700K 暖光，跟随日落渐暗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07408"/>
            <a:ext cx="10543032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49040" y="49651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28dB 静音，比图书馆更轻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840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80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28dB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运行噪音 · 比图书馆更安静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434840" y="2468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6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 天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43484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单次香氛续航 · 一季只加一次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2468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种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0467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香型 · 覆盖 6 大香系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10543032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775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5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260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4" grpId="0"/>
      <p:bldP spid="6" grpId="0"/>
      <p:bldP spid="3" grpId="0"/>
      <p:bldP spid="5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种香型，6 大香系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377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雪松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3776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 / 沉静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2807208"/>
            <a:ext cx="2743200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柑橘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清新 / 提神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2807208"/>
            <a:ext cx="2743200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墨苔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湿润 / 深睡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4133088"/>
            <a:ext cx="2743200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花香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柔暖 / 晚餐后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4133088"/>
            <a:ext cx="2743200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茶意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回甘 / 阅读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琥珀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包裹 / 冬夜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798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994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208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14400"/>
                                  </p:stCondLst>
                                  <p:childTnLst>
                                    <p:set>
                                      <p:cBhvr>
                                        <p:cTn id="33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6900"/>
                                  </p:stCondLst>
                                  <p:childTnLst>
                                    <p:set>
                                      <p:cBhvr>
                                        <p:cTn id="36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9580"/>
                                  </p:stCondLst>
                                  <p:childTnLst>
                                    <p:set>
                                      <p:cBhvr>
                                        <p:cTn id="3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2440"/>
                                  </p:stCondLst>
                                  <p:childTnLst>
                                    <p:set>
                                      <p:cBhvr>
                                        <p:cTn id="42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25480"/>
                                  </p:stCondLst>
                                  <p:childTnLst>
                                    <p:set>
                                      <p:cBhvr>
                                        <p:cTn id="45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28700"/>
                                  </p:stCondLst>
                                  <p:childTnLst>
                                    <p:set>
                                      <p:cBhvr>
                                        <p:cTn id="48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32100"/>
                                  </p:stCondLst>
                                  <p:childTnLst>
                                    <p:set>
                                      <p:cBhvr>
                                        <p:cTn id="51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5680"/>
                                  </p:stCondLst>
                                  <p:childTnLst>
                                    <p:set>
                                      <p:cBhvr>
                                        <p:cTn id="5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39440"/>
                                  </p:stCondLst>
                                  <p:childTnLst>
                                    <p:set>
                                      <p:cBhvr>
                                        <p:cTn id="57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43380"/>
                                  </p:stCondLst>
                                  <p:childTnLst>
                                    <p:set>
                                      <p:cBhvr>
                                        <p:cTn id="60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5" grpId="0"/>
      <p:bldP spid="8" grpId="0"/>
      <p:bldP spid="6" grpId="0"/>
      <p:bldP spid="9" grpId="0"/>
      <p:bldP spid="10" grpId="0"/>
      <p:bldP spid="13" grpId="0"/>
      <p:bldP spid="11" grpId="0"/>
      <p:bldP spid="14" grpId="0"/>
      <p:bldP spid="3" grpId="0"/>
      <p:bldP spid="12" grpId="0"/>
      <p:bldP spid="15" grpId="0"/>
      <p:bldP spid="16" grpId="0"/>
      <p:bldP spid="18" grpId="0"/>
      <p:bldP spid="17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141210">
              <a:alpha val="0"/>
            </a:srgbClr>
          </a:solidFill>
          <a:ln w="15875">
            <a:solidFill>
              <a:srgbClr val="C96F4A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514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首发价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12188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96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¥ 799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0" y="51206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strike="sngStrike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日常价 999 元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首发限时 · 天猫直播间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51760" y="21305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天猫旗舰店 · 首发直播间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971800"/>
            <a:ext cx="10543032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51760" y="33649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时间未定 · 以官网公告为准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43032" cy="0"/>
          </a:xfrm>
          <a:prstGeom prst="line">
            <a:avLst/>
          </a:prstGeom>
          <a:noFill/>
          <a:ln w="9525">
            <a:solidFill>
              <a:srgbClr val="3A3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45994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F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首发赠 2 支装香芯 · 延保一年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21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24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8400"/>
                                  </p:stCondLst>
                                  <p:childTnLst>
                                    <p:set>
                                      <p:cBhvr>
                                        <p:cTn id="27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200"/>
                                  </p:stCondLst>
                                  <p:childTnLst>
                                    <p:set>
                                      <p:cBhvr>
                                        <p:cTn id="30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645920"/>
            <a:ext cx="1005840" cy="1005840"/>
          </a:xfrm>
          <a:prstGeom prst="ellipse">
            <a:avLst/>
          </a:prstGeom>
          <a:solidFill>
            <a:srgbClr val="141210">
              <a:alpha val="0"/>
            </a:srgbClr>
          </a:solidFill>
          <a:ln w="15875">
            <a:solidFill>
              <a:srgbClr val="D8C7A8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2918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让家，有自己的天气。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634472" y="6291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000" kern="0" dirty="0">
                <a:solidFill>
                  <a:srgbClr val="D8C7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星尘 STARDUST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8F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 · 现场体验区在展厅东侧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星尘 ST2 · 新品发布会</dc:title>
  <dc:subject>PptxGenJS Presentation</dc:subject>
  <dc:creator>Office-Agent</dc:creator>
  <cp:lastModifiedBy>Office-Agent</cp:lastModifiedBy>
  <cp:revision>1</cp:revision>
  <dcterms:created xsi:type="dcterms:W3CDTF">2026-10-25T07:44:35Z</dcterms:created>
  <dcterms:modified xsi:type="dcterms:W3CDTF">2026-10-25T07:44:35Z</dcterms:modified>
</cp:coreProperties>
</file>