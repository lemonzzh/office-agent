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开场不说话，先放 30 秒品牌视频「夜晚的房间」。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停顿三秒再翻页，让这句话落地。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三重感知是产品主结构，每行 15 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报价后停顿，不解释，等反应。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57032" y="914400"/>
            <a:ext cx="2011680" cy="201168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377440"/>
            <a:ext cx="12188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spc="8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星尘 ST2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0" y="38862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spc="1000" kern="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 能 香 氛 机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新品发布会 · 2026 年 10 月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54396" y="1737360"/>
            <a:ext cx="1280160" cy="128016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4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397764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600" kern="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夜晚的房间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5029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品牌视频 · 30 秒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8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3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8346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4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让家，有自己的天气。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916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气味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3749040" y="194767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种香型，随时间与心情流转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898648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200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光线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749040" y="345643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2700K 暖光，跟随日落渐暗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407408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7091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声音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749040" y="496519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28dB 静音，比图书馆更轻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8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2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28dB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82296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运行噪音 · 比图书馆更安静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434840" y="24688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C96F4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60 天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43484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单次香氛续航 · 一季只加一次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046720" y="24688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种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804672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香型 · 覆盖 6 大香系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8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3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7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2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/>
      <p:bldP spid="4" grpId="0"/>
      <p:bldP spid="6" grpId="0"/>
      <p:bldP spid="3" grpId="0"/>
      <p:bldP spid="5" grpId="0"/>
      <p:bldP spid="7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822960" y="4114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种香型，6 大香系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93776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雪松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93776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木质 / 沉静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937760" y="280720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柑橘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清新 / 提神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280720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墨苔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93776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湿润 / 深睡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413308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花香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柔暖 / 晚餐后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413308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4434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茶意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937760" y="4937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回甘 / 阅读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0" y="4434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琥珀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29600" y="4937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包裹 / 冬夜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9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1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9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9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20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4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95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24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54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8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2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56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94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33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7" grpId="0"/>
      <p:bldP spid="5" grpId="0"/>
      <p:bldP spid="8" grpId="0"/>
      <p:bldP spid="6" grpId="0"/>
      <p:bldP spid="9" grpId="0"/>
      <p:bldP spid="10" grpId="0"/>
      <p:bldP spid="13" grpId="0"/>
      <p:bldP spid="11" grpId="0"/>
      <p:bldP spid="14" grpId="0"/>
      <p:bldP spid="3" grpId="0"/>
      <p:bldP spid="12" grpId="0"/>
      <p:bldP spid="15" grpId="0"/>
      <p:bldP spid="16" grpId="0"/>
      <p:bldP spid="18" grpId="0"/>
      <p:bldP spid="17" grpId="0"/>
      <p:bldP spid="19" grpId="0"/>
      <p:bldP spid="2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82996" y="1371600"/>
            <a:ext cx="822960" cy="82296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C96F4A">
                <a:alpha val="7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5146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pc="800" kern="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首发价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3017520"/>
            <a:ext cx="12188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C96F4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¥ 799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0" y="512064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strike="sngStrike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日常价 999 元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首发限时 · 天猫直播间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1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651760" y="213055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天猫旗舰店 · 首发直播间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97180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337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651760" y="33649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时间未定 · 以官网公告为准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51760" y="45994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首发赠 2 支装香芯 · 延保一年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6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7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8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1645920"/>
            <a:ext cx="1005840" cy="100584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32918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4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让家，有自己的天气。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88036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10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星尘 STARDUST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3886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 · 现场体验区在展厅东侧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星尘 ST2 · 新品发布会</dc:title>
  <dc:subject>PptxGenJS Presentation</dc:subject>
  <dc:creator>Office-Agent</dc:creator>
  <cp:lastModifiedBy>Office-Agent</cp:lastModifiedBy>
  <cp:revision>1</cp:revision>
  <dcterms:created xsi:type="dcterms:W3CDTF">2026-10-25T13:57:50Z</dcterms:created>
  <dcterms:modified xsi:type="dcterms:W3CDTF">2026-10-25T13:57:50Z</dcterms:modified>
</cp:coreProperties>
</file>