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开场不说话，先放 30 秒品牌视频「夜晚的房间」。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停顿三秒再翻页，让这句话落地。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三重感知是产品主结构，每行 15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报价后停顿，不解释，等反应。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57032" y="914400"/>
            <a:ext cx="2011680" cy="201168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377440"/>
            <a:ext cx="12188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spc="8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ST2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spc="10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 能 香 氛 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新品发布会 · 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4396" y="1737360"/>
            <a:ext cx="1280160" cy="12801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4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9776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夜晚的房间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品牌视频 · 30 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气味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749040" y="1947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种香型，随时间与心情流转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89864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749040" y="34564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2700K 暖光，跟随日落渐暗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0740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49040" y="49651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 静音，比图书馆更轻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运行噪音 · 比图书馆更安静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3484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天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43484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单次香氛续航 · 一季只加一次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香型 · 覆盖 6 大香系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种香型，6 大香系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9377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雪松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9377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木质 / 沉静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柑橘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清新 / 提神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墨苔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湿润 / 深睡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花香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柔暖 / 晚餐后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茶意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回甘 / 阅读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琥珀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包裹 / 冬夜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C96F4A">
                <a:alpha val="7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首发价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3017520"/>
            <a:ext cx="12188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¥ 799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0" y="51206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strike="sngStrike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日常价 999 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首发限时 · 天猫直播间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651760" y="213055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天猫旗舰店 · 首发直播间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97180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51760" y="3364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时间未定 · 以官网公告为准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599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首发赠 2 支装香芯 · 延保一年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1645920"/>
            <a:ext cx="1005840" cy="100584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10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STARDUST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886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现场体验区在展厅东侧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 ST2 · 新品发布会</dc:title>
  <dc:subject>PptxGenJS Presentation</dc:subject>
  <dc:creator>Office-Agent</dc:creator>
  <cp:lastModifiedBy>Office-Agent</cp:lastModifiedBy>
  <cp:revision>1</cp:revision>
  <dcterms:created xsi:type="dcterms:W3CDTF">2026-10-25T04:21:49Z</dcterms:created>
  <dcterms:modified xsi:type="dcterms:W3CDTF">2026-10-25T04:21:49Z</dcterms:modified>
</cp:coreProperties>
</file>