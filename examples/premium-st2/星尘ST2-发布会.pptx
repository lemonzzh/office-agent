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开场不说话，先放 30 秒品牌视频「夜晚的房间」。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停顿三秒再翻页，让这句话落地。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三重感知是产品主结构，每行 15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报价后停顿，不解释，等反应。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57032" y="914400"/>
            <a:ext cx="2011680" cy="201168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</p:sp>
      <p:pic>
        <p:nvPicPr>
          <p:cNvPr id="3" name="Image 0" descr="assets/glow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2985516" y="1097280"/>
            <a:ext cx="6217920" cy="6217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377440"/>
            <a:ext cx="12188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spc="8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ST2</a:t>
            </a:r>
            <a:endParaRPr lang="en-US" sz="88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spc="10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 能 香 氛 机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新品发布会 · 2026 年 10 月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4396" y="1737360"/>
            <a:ext cx="1280160" cy="12801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4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39776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夜晚的房间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品牌视频 · 30 秒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气味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749040" y="19476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种香型，随时间与心情流转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89864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749040" y="34564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2700K 暖光，跟随日落渐暗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0740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09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49040" y="49651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 静音，比图书馆更轻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运行噪音 · 比图书馆更安静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3484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天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43484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单次香氛续航 · 一季只加一次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0" y="2468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香型 · 覆盖 6 大香系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4" grpId="0"/>
      <p:bldP spid="6" grpId="0"/>
      <p:bldP spid="3" grpId="0"/>
      <p:bldP spid="5" grpId="0"/>
      <p:bldP spid="7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种香型，6 大香系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9377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雪松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9377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木质 / 沉静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柑橘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清新 / 提神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墨苔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湿润 / 深睡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花香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柔暖 / 晚餐后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茶意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93776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回甘 / 阅读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琥珀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包裹 / 冬夜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1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9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0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4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95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4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8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56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94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33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5" grpId="0"/>
      <p:bldP spid="8" grpId="0"/>
      <p:bldP spid="6" grpId="0"/>
      <p:bldP spid="9" grpId="0"/>
      <p:bldP spid="10" grpId="0"/>
      <p:bldP spid="13" grpId="0"/>
      <p:bldP spid="11" grpId="0"/>
      <p:bldP spid="14" grpId="0"/>
      <p:bldP spid="3" grpId="0"/>
      <p:bldP spid="12" grpId="0"/>
      <p:bldP spid="15" grpId="0"/>
      <p:bldP spid="16" grpId="0"/>
      <p:bldP spid="18" grpId="0"/>
      <p:bldP spid="17" grpId="0"/>
      <p:bldP spid="19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C96F4A">
                <a:alpha val="7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514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首发价</a:t>
            </a:r>
            <a:endParaRPr lang="en-US" sz="2000" dirty="0"/>
          </a:p>
        </p:txBody>
      </p:sp>
      <p:pic>
        <p:nvPicPr>
          <p:cNvPr id="4" name="Image 0" descr="assets/glow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3717036" y="2194560"/>
            <a:ext cx="475488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3017520"/>
            <a:ext cx="12188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¥ 799</a:t>
            </a:r>
            <a:endParaRPr lang="en-US" sz="11000" dirty="0"/>
          </a:p>
        </p:txBody>
      </p:sp>
      <p:sp>
        <p:nvSpPr>
          <p:cNvPr id="6" name="Text 3"/>
          <p:cNvSpPr/>
          <p:nvPr/>
        </p:nvSpPr>
        <p:spPr>
          <a:xfrm>
            <a:off x="0" y="51206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strike="sngStrike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日常价 999 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首发限时 · 天猫直播间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1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3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651760" y="213055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天猫旗舰店 · 首发直播间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97180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51760" y="3364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时间未定 · 以官网公告为准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599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首发赠 2 支装香芯 · 延保一年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6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7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8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1645920"/>
            <a:ext cx="1005840" cy="100584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803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10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STARDUST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886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 · 现场体验区在展厅东侧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星尘 ST2 · 新品发布会</dc:title>
  <dc:subject>PptxGenJS Presentation</dc:subject>
  <dc:creator>Office-Agent</dc:creator>
  <cp:lastModifiedBy>Office-Agent</cp:lastModifiedBy>
  <cp:revision>1</cp:revision>
  <dcterms:created xsi:type="dcterms:W3CDTF">2026-10-25T14:42:54Z</dcterms:created>
  <dcterms:modified xsi:type="dcterms:W3CDTF">2026-10-25T14:42:54Z</dcterms:modified>
</cp:coreProperties>
</file>